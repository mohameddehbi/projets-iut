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67" r:id="rId5"/>
    <p:sldId id="262" r:id="rId6"/>
    <p:sldId id="263" r:id="rId7"/>
    <p:sldId id="264" r:id="rId8"/>
    <p:sldId id="265" r:id="rId9"/>
    <p:sldId id="266" r:id="rId10"/>
    <p:sldId id="260" r:id="rId11"/>
    <p:sldId id="270" r:id="rId12"/>
    <p:sldId id="268" r:id="rId13"/>
    <p:sldId id="269" r:id="rId14"/>
    <p:sldId id="261" r:id="rId1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A3E5"/>
    <a:srgbClr val="ABC1ED"/>
    <a:srgbClr val="C1C8FB"/>
    <a:srgbClr val="AEAEEA"/>
    <a:srgbClr val="5E88DC"/>
    <a:srgbClr val="8D89D7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641A86-FBF4-4831-9FF4-7B487F3492D7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13F8BB-B1B5-4D35-A08C-A275931309FC}" type="datetime1">
              <a:rPr lang="fr-FR" smtClean="0"/>
              <a:t>05/06/2025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" dirty="0"/>
              <a:t>Modifiez le style du 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BA18A1-B72F-49DD-8A51-DC4A9B10C77C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162FBC-E467-46B8-ABE1-98D95CFF2BA6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" dirty="0"/>
              <a:t>Modifiez le style du 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F64E0A-ACF3-44BD-A54D-C44EDE2996DF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" dirty="0"/>
              <a:t>Modifiez le style du titre du masque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10B38C-D4F5-42C2-967A-0B7FC97B2621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 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 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C9646D-2F82-4FD6-98A1-C2A4C26D0529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ce réservé au numéro de diapositiv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" dirty="0"/>
              <a:t>Cliquez pour modifier le style du titre du masque</a:t>
            </a:r>
            <a:endParaRPr lang="en-US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595C77-250B-4737-9E4A-69E5939CBC16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7E81F3-FFCD-4236-B158-26C78CAC6E11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" dirty="0"/>
              <a:t>Modifiez les styles du texte du 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0A97361A-7C50-452A-9761-2F2CCDC29838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ce réservé a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7E208F8F-9785-4D7E-B2D7-6FB9149CAF24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6" name="Espace réservé au pied de page 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A74DDF-14B3-4359-B246-DC1DC867FD8F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vertical 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fr" dirty="0"/>
              <a:t>Modifiez le style du 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DB94D9-FA33-4622-B5B0-3A212B55AFC9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3CD2423-DC0C-47A2-8916-10643EB35EC9}" type="datetime1">
              <a:rPr lang="fr-FR" smtClean="0"/>
              <a:t>05/06/2025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14948">
              <a:srgbClr val="5E88DC"/>
            </a:gs>
            <a:gs pos="74000">
              <a:srgbClr val="8D89D7"/>
            </a:gs>
            <a:gs pos="83000">
              <a:srgbClr val="5E88DC"/>
            </a:gs>
            <a:gs pos="100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7754" y="639098"/>
            <a:ext cx="5734827" cy="3686015"/>
          </a:xfrm>
        </p:spPr>
        <p:txBody>
          <a:bodyPr rtlCol="0">
            <a:normAutofit/>
          </a:bodyPr>
          <a:lstStyle/>
          <a:p>
            <a:pPr rtl="0"/>
            <a:r>
              <a:rPr lang="fr" sz="6200" dirty="0">
                <a:solidFill>
                  <a:srgbClr val="002060"/>
                </a:solidFill>
              </a:rPr>
              <a:t>S2.03 – </a:t>
            </a:r>
            <a:br>
              <a:rPr lang="fr" sz="6200" dirty="0">
                <a:solidFill>
                  <a:srgbClr val="002060"/>
                </a:solidFill>
              </a:rPr>
            </a:br>
            <a:r>
              <a:rPr lang="fr" sz="6200" dirty="0">
                <a:solidFill>
                  <a:srgbClr val="002060"/>
                </a:solidFill>
              </a:rPr>
              <a:t>Installation </a:t>
            </a:r>
            <a:br>
              <a:rPr lang="fr" sz="6200" dirty="0">
                <a:solidFill>
                  <a:srgbClr val="002060"/>
                </a:solidFill>
              </a:rPr>
            </a:br>
            <a:r>
              <a:rPr lang="fr" sz="6200" dirty="0">
                <a:solidFill>
                  <a:srgbClr val="002060"/>
                </a:solidFill>
              </a:rPr>
              <a:t>de services réseau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8596" y="4758463"/>
            <a:ext cx="6269347" cy="1021498"/>
          </a:xfrm>
        </p:spPr>
        <p:txBody>
          <a:bodyPr rtlCol="0">
            <a:noAutofit/>
          </a:bodyPr>
          <a:lstStyle/>
          <a:p>
            <a:pPr algn="ctr" rtl="0"/>
            <a:r>
              <a:rPr lang="fr" sz="2000" dirty="0">
                <a:solidFill>
                  <a:srgbClr val="002060"/>
                </a:solidFill>
              </a:rPr>
              <a:t>V</a:t>
            </a:r>
            <a:r>
              <a:rPr lang="fr-FR" sz="2000" dirty="0">
                <a:solidFill>
                  <a:srgbClr val="002060"/>
                </a:solidFill>
              </a:rPr>
              <a:t>a</a:t>
            </a:r>
            <a:r>
              <a:rPr lang="fr" sz="2000" dirty="0">
                <a:solidFill>
                  <a:srgbClr val="002060"/>
                </a:solidFill>
              </a:rPr>
              <a:t>liere Raphaël, Ben daï Lilia, Dehbi Mohammed</a:t>
            </a:r>
          </a:p>
          <a:p>
            <a:pPr algn="ctr" rtl="0"/>
            <a:r>
              <a:rPr lang="fr" sz="2000" dirty="0">
                <a:solidFill>
                  <a:srgbClr val="002060"/>
                </a:solidFill>
              </a:rPr>
              <a:t>Groupe A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capture d’écran, intérieur, nuit, ville&#10;&#10;Le contenu généré par l’IA peut être incorrect.">
            <a:extLst>
              <a:ext uri="{FF2B5EF4-FFF2-40B4-BE49-F238E27FC236}">
                <a16:creationId xmlns:a16="http://schemas.microsoft.com/office/drawing/2014/main" id="{E240B713-69D2-1BC5-A03A-DB9BAD63E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77"/>
            <a:ext cx="5158595" cy="6856222"/>
          </a:xfrm>
          <a:prstGeom prst="rect">
            <a:avLst/>
          </a:prstGeom>
        </p:spPr>
      </p:pic>
      <p:pic>
        <p:nvPicPr>
          <p:cNvPr id="4" name="Image 3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E5D7FBA-8AA1-DE37-2E97-68F041E5F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338" y="5799156"/>
            <a:ext cx="1762664" cy="1058844"/>
          </a:xfrm>
          <a:prstGeom prst="rect">
            <a:avLst/>
          </a:prstGeom>
        </p:spPr>
      </p:pic>
      <p:pic>
        <p:nvPicPr>
          <p:cNvPr id="5" name="Image 4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72E9C0B-B454-99CB-2541-053425EEF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4D38825-FFF1-694F-9730-A9B26B3EE0C8}"/>
              </a:ext>
            </a:extLst>
          </p:cNvPr>
          <p:cNvSpPr txBox="1"/>
          <p:nvPr/>
        </p:nvSpPr>
        <p:spPr>
          <a:xfrm>
            <a:off x="2977689" y="143011"/>
            <a:ext cx="6076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40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Présentation de la SAE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F38605-0BAD-B8FE-243C-5EC9BD104CF6}"/>
              </a:ext>
            </a:extLst>
          </p:cNvPr>
          <p:cNvSpPr txBox="1"/>
          <p:nvPr/>
        </p:nvSpPr>
        <p:spPr>
          <a:xfrm>
            <a:off x="1965155" y="2151727"/>
            <a:ext cx="810126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i="1" dirty="0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Notre Mission :</a:t>
            </a:r>
          </a:p>
          <a:p>
            <a:pPr algn="ctr"/>
            <a:endParaRPr lang="fr-FR" sz="1500" i="1" dirty="0">
              <a:solidFill>
                <a:srgbClr val="ABC1ED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>
                <a:solidFill>
                  <a:srgbClr val="ABC1ED"/>
                </a:solidFill>
              </a:rPr>
              <a:t>Installation de </a:t>
            </a:r>
            <a:r>
              <a:rPr lang="fr-FR" sz="2600" dirty="0" err="1">
                <a:solidFill>
                  <a:srgbClr val="ABC1ED"/>
                </a:solidFill>
              </a:rPr>
              <a:t>OwnCloud</a:t>
            </a:r>
            <a:r>
              <a:rPr lang="fr-FR" sz="2600" dirty="0">
                <a:solidFill>
                  <a:srgbClr val="ABC1ED"/>
                </a:solidFill>
              </a:rPr>
              <a:t> dans un environnement virtualisé &amp; évaluation la complexité de cette installation ainsi que d’administration et d’utilisation de </a:t>
            </a:r>
            <a:r>
              <a:rPr lang="fr-FR" sz="2600" dirty="0" err="1">
                <a:solidFill>
                  <a:srgbClr val="ABC1ED"/>
                </a:solidFill>
              </a:rPr>
              <a:t>OwnCloud</a:t>
            </a:r>
            <a:r>
              <a:rPr lang="fr-FR" sz="2600" dirty="0">
                <a:solidFill>
                  <a:srgbClr val="ABC1ED"/>
                </a:solidFill>
              </a:rPr>
              <a:t>. </a:t>
            </a:r>
          </a:p>
        </p:txBody>
      </p:sp>
      <p:pic>
        <p:nvPicPr>
          <p:cNvPr id="2" name="Image 1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65EC093-89C9-C812-9CD0-925FF62AD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4" name="Image 3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E806C42-DA17-501E-6CBE-6BD5B7900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50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4CC15E4-E0AB-E118-7260-74864027B367}"/>
              </a:ext>
            </a:extLst>
          </p:cNvPr>
          <p:cNvSpPr txBox="1"/>
          <p:nvPr/>
        </p:nvSpPr>
        <p:spPr>
          <a:xfrm>
            <a:off x="3048000" y="21976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Jeux de tests</a:t>
            </a:r>
          </a:p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Etape 1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ECBCCA4-E155-AA3D-927F-2F6C393BA891}"/>
              </a:ext>
            </a:extLst>
          </p:cNvPr>
          <p:cNvSpPr txBox="1"/>
          <p:nvPr/>
        </p:nvSpPr>
        <p:spPr>
          <a:xfrm>
            <a:off x="356935" y="1759892"/>
            <a:ext cx="269106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fr-FR" sz="2500" i="1" dirty="0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Adresse </a:t>
            </a:r>
            <a:r>
              <a:rPr lang="fr-FR" sz="2500" i="1" dirty="0" err="1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Ip</a:t>
            </a:r>
            <a:r>
              <a:rPr lang="fr-FR" sz="2500" i="1" dirty="0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1DD8419-76CD-A94E-C0E8-A22E21976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608" y="2453639"/>
            <a:ext cx="7832784" cy="3375343"/>
          </a:xfrm>
          <a:prstGeom prst="rect">
            <a:avLst/>
          </a:prstGeom>
        </p:spPr>
      </p:pic>
      <p:pic>
        <p:nvPicPr>
          <p:cNvPr id="5" name="Image 4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7BE1954-5591-7477-7616-998C36E8E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6" name="Image 5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29EDFEB-1EC5-CEFB-7319-ADF20D9ED9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3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F5478-E095-B9A2-F3C7-125377F5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2A02E69-8B6A-199E-BD5E-6DCE35F699CF}"/>
              </a:ext>
            </a:extLst>
          </p:cNvPr>
          <p:cNvSpPr txBox="1"/>
          <p:nvPr/>
        </p:nvSpPr>
        <p:spPr>
          <a:xfrm>
            <a:off x="3048000" y="21976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Jeux de tests</a:t>
            </a:r>
          </a:p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Etape 1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FF426EA-7EE2-75EA-16B7-9C6EBA777E43}"/>
              </a:ext>
            </a:extLst>
          </p:cNvPr>
          <p:cNvSpPr txBox="1"/>
          <p:nvPr/>
        </p:nvSpPr>
        <p:spPr>
          <a:xfrm>
            <a:off x="467538" y="1585748"/>
            <a:ext cx="41649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fr-FR" sz="2500" i="1" dirty="0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Installation de </a:t>
            </a:r>
            <a:r>
              <a:rPr lang="fr-FR" sz="2500" i="1" dirty="0" err="1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OwnCloud</a:t>
            </a:r>
            <a:r>
              <a:rPr lang="fr-FR" sz="2500" i="1" dirty="0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EFB7A9-E301-76D5-A2A3-CB1AA10903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106" y="2173514"/>
            <a:ext cx="5157788" cy="4292650"/>
          </a:xfrm>
          <a:prstGeom prst="rect">
            <a:avLst/>
          </a:prstGeom>
        </p:spPr>
      </p:pic>
      <p:pic>
        <p:nvPicPr>
          <p:cNvPr id="3" name="Image 2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89B3358-8AF0-E23D-1E4F-117DBB7A5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6" name="Image 5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07ACED3-C997-27E5-DB61-2AC11D5301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7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0764630-846D-C8F8-355A-929C4A958630}"/>
              </a:ext>
            </a:extLst>
          </p:cNvPr>
          <p:cNvSpPr txBox="1"/>
          <p:nvPr/>
        </p:nvSpPr>
        <p:spPr>
          <a:xfrm>
            <a:off x="3048000" y="21976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Jeux de tests</a:t>
            </a:r>
          </a:p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Etape 2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3CC3C29-E34E-6079-D5E4-E31B9E09C1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917" y="1811948"/>
            <a:ext cx="6418935" cy="187636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F25BCAF-CA32-6F6A-C4C8-BF3692F46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45" y="2175687"/>
            <a:ext cx="1974540" cy="327271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7CEF630-EAB2-3EC1-E04E-CC2E8A8AF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6363" y="3944753"/>
            <a:ext cx="2395270" cy="252729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6D33CD4-03EF-7B06-F011-230E11B41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384" y="1935683"/>
            <a:ext cx="1523102" cy="327271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F297329-DF26-FEBB-C54D-5F504DE56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2806" y="4110947"/>
            <a:ext cx="1675323" cy="187636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57C2F241-5640-80BA-A1AC-E6AF35C81B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9595" y="4613627"/>
            <a:ext cx="1675323" cy="1858419"/>
          </a:xfrm>
          <a:prstGeom prst="rect">
            <a:avLst/>
          </a:prstGeom>
        </p:spPr>
      </p:pic>
      <p:pic>
        <p:nvPicPr>
          <p:cNvPr id="4" name="Image 3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25CE728-E498-A467-07DC-D08AB0B27B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6" name="Image 5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E7042C8-F38E-02A0-0DF9-F7F5C8252C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4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A4AE2B4-A97A-0923-330F-54CBC95E540E}"/>
              </a:ext>
            </a:extLst>
          </p:cNvPr>
          <p:cNvSpPr txBox="1"/>
          <p:nvPr/>
        </p:nvSpPr>
        <p:spPr>
          <a:xfrm>
            <a:off x="3048000" y="21976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Jeux de tests</a:t>
            </a:r>
          </a:p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Etape 3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CAC215-8FB0-BCB5-B5DF-2B2EC2A454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786"/>
          <a:stretch>
            <a:fillRect/>
          </a:stretch>
        </p:blipFill>
        <p:spPr>
          <a:xfrm>
            <a:off x="3800980" y="2137304"/>
            <a:ext cx="4334954" cy="78401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6DC4A81-91AC-1FB1-1123-940443300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32" y="3811106"/>
            <a:ext cx="5578625" cy="64280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45A18C2-02B2-219D-E32D-C2A41C93E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257750"/>
            <a:ext cx="5282885" cy="525660"/>
          </a:xfrm>
          <a:prstGeom prst="rect">
            <a:avLst/>
          </a:prstGeom>
        </p:spPr>
      </p:pic>
      <p:pic>
        <p:nvPicPr>
          <p:cNvPr id="2" name="Image 1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1118031-896E-0F05-1FB3-856AC0DD6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4" name="Image 3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A3352A3-A410-F058-B128-31D1F88E2C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7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425669C-4556-3A85-7A95-0DD2A360CFDC}"/>
              </a:ext>
            </a:extLst>
          </p:cNvPr>
          <p:cNvSpPr txBox="1"/>
          <p:nvPr/>
        </p:nvSpPr>
        <p:spPr>
          <a:xfrm>
            <a:off x="3048000" y="21976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Jeux de tests</a:t>
            </a:r>
          </a:p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Etape 4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A1A8E3E-3153-CDB0-7810-94CB70AB9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414" y="1628866"/>
            <a:ext cx="5575171" cy="4609941"/>
          </a:xfrm>
          <a:prstGeom prst="rect">
            <a:avLst/>
          </a:prstGeom>
        </p:spPr>
      </p:pic>
      <p:pic>
        <p:nvPicPr>
          <p:cNvPr id="4" name="Image 3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0EDA20A-4ACC-43BF-816A-4A7908424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5" name="Image 4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4763603-F0C7-ADFA-5014-6F9719895B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83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A026259-EB2A-457A-E8D1-185B5C97F6EA}"/>
              </a:ext>
            </a:extLst>
          </p:cNvPr>
          <p:cNvSpPr txBox="1"/>
          <p:nvPr/>
        </p:nvSpPr>
        <p:spPr>
          <a:xfrm>
            <a:off x="3048000" y="21976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Jeux de tests</a:t>
            </a:r>
          </a:p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Etape 5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9C6EEDA-C3A2-4FFF-0467-1317B5FDB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062" y="1801623"/>
            <a:ext cx="6585876" cy="165886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4B6C7B9-8A44-EF30-79BC-4BC0343A862B}"/>
              </a:ext>
            </a:extLst>
          </p:cNvPr>
          <p:cNvSpPr txBox="1"/>
          <p:nvPr/>
        </p:nvSpPr>
        <p:spPr>
          <a:xfrm>
            <a:off x="284002" y="3749890"/>
            <a:ext cx="25190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fr-FR" sz="2500" i="1" dirty="0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Petit Bonus :</a:t>
            </a:r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97A8BDD4-E9EC-BD37-E251-F1F18AB3F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545" y="4074544"/>
            <a:ext cx="4018910" cy="2125872"/>
          </a:xfrm>
          <a:prstGeom prst="rect">
            <a:avLst/>
          </a:prstGeom>
        </p:spPr>
      </p:pic>
      <p:pic>
        <p:nvPicPr>
          <p:cNvPr id="6" name="Image 5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38944BB-93E3-DF76-DE0C-D1F89EB64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7" name="Image 6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85DABF7-DA85-67FF-E246-DCAA3494D3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6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016325A-F9B6-DBA1-B315-51DEA5086AE1}"/>
              </a:ext>
            </a:extLst>
          </p:cNvPr>
          <p:cNvSpPr txBox="1"/>
          <p:nvPr/>
        </p:nvSpPr>
        <p:spPr>
          <a:xfrm>
            <a:off x="3048000" y="219760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Jeux de tests</a:t>
            </a:r>
          </a:p>
          <a:p>
            <a:pPr algn="ctr"/>
            <a:r>
              <a:rPr lang="fr-FR" sz="35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Etape 6</a:t>
            </a:r>
          </a:p>
        </p:txBody>
      </p:sp>
      <p:pic>
        <p:nvPicPr>
          <p:cNvPr id="2" name="Image 1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DA85B609-1AEC-0FBC-AD5C-C78B1EB26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25" y="1643467"/>
            <a:ext cx="4611899" cy="3719107"/>
          </a:xfrm>
          <a:prstGeom prst="rect">
            <a:avLst/>
          </a:prstGeom>
        </p:spPr>
      </p:pic>
      <p:pic>
        <p:nvPicPr>
          <p:cNvPr id="4" name="Image 3" descr="Une image contenant texte, capture d’écran, logiciel, affichage&#10;&#10;Le contenu généré par l’IA peut être incorrect.">
            <a:extLst>
              <a:ext uri="{FF2B5EF4-FFF2-40B4-BE49-F238E27FC236}">
                <a16:creationId xmlns:a16="http://schemas.microsoft.com/office/drawing/2014/main" id="{9DDB0A94-9B3C-EFD5-250F-C52BF0C35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78" y="1961020"/>
            <a:ext cx="4428226" cy="4011130"/>
          </a:xfrm>
          <a:prstGeom prst="rect">
            <a:avLst/>
          </a:prstGeom>
        </p:spPr>
      </p:pic>
      <p:pic>
        <p:nvPicPr>
          <p:cNvPr id="5" name="Image 4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89D79FC-BFCF-0A5C-D193-2DE04A1FA0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6" name="Image 5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26FCF1A-897B-6DF8-5F60-E328752BF0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5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83015A1-A769-423B-436D-85F757546F62}"/>
              </a:ext>
            </a:extLst>
          </p:cNvPr>
          <p:cNvSpPr txBox="1"/>
          <p:nvPr/>
        </p:nvSpPr>
        <p:spPr>
          <a:xfrm>
            <a:off x="3048000" y="21976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Analyse des Difficultés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271B234-E85D-864A-9D06-C70F4F86960A}"/>
              </a:ext>
            </a:extLst>
          </p:cNvPr>
          <p:cNvSpPr txBox="1"/>
          <p:nvPr/>
        </p:nvSpPr>
        <p:spPr>
          <a:xfrm>
            <a:off x="1680486" y="2479314"/>
            <a:ext cx="883102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i="1" dirty="0">
                <a:solidFill>
                  <a:srgbClr val="ABC1ED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Difficultés rencontrées</a:t>
            </a:r>
            <a:endParaRPr lang="fr-FR" sz="1500" i="1" dirty="0">
              <a:solidFill>
                <a:srgbClr val="ABC1ED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fr-FR" sz="700" i="1" dirty="0">
              <a:solidFill>
                <a:srgbClr val="ABC1ED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>
                <a:solidFill>
                  <a:srgbClr val="ABC1ED"/>
                </a:solidFill>
                <a:latin typeface="Franklin Gothic Book (Corps)Franklin Gothic Book (Corps)"/>
              </a:rPr>
              <a:t>Différence dans le rythme de l’avancement et de l’évolution du travail. Manque de coordination.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500" dirty="0">
              <a:solidFill>
                <a:srgbClr val="ABC1ED"/>
              </a:solidFill>
              <a:latin typeface="Franklin Gothic Book (Corps)Franklin Gothic Book (Corps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600" dirty="0">
                <a:solidFill>
                  <a:srgbClr val="ABC1ED"/>
                </a:solidFill>
                <a:latin typeface="Franklin Gothic Book (Corps)Franklin Gothic Book (Corps)"/>
              </a:rPr>
              <a:t>Installation de la bonne version de PHP (7.4).</a:t>
            </a:r>
          </a:p>
        </p:txBody>
      </p:sp>
      <p:pic>
        <p:nvPicPr>
          <p:cNvPr id="4" name="Image 3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2C62A6A-C8F9-941A-A42E-48D16A058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5" name="Image 4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7D731C4-ECF6-E137-0B91-EAD2714F5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70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B6A7E43-CCDC-5CF4-60BD-829D7C765EDC}"/>
              </a:ext>
            </a:extLst>
          </p:cNvPr>
          <p:cNvSpPr txBox="1"/>
          <p:nvPr/>
        </p:nvSpPr>
        <p:spPr>
          <a:xfrm>
            <a:off x="3048000" y="21976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Analyse Personnelle</a:t>
            </a:r>
          </a:p>
          <a:p>
            <a:pPr algn="ctr"/>
            <a:r>
              <a:rPr lang="fr-FR" sz="40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BEN DAÏ Lilia</a:t>
            </a:r>
          </a:p>
        </p:txBody>
      </p:sp>
      <p:pic>
        <p:nvPicPr>
          <p:cNvPr id="2" name="Image 1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802472C-F3A2-6758-F452-C5EEE1FFD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4" name="Image 3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80464E2-1B11-2EA8-E328-7445718D6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64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12775D5-4C56-5C02-C357-A8253BA65BF0}"/>
              </a:ext>
            </a:extLst>
          </p:cNvPr>
          <p:cNvSpPr txBox="1"/>
          <p:nvPr/>
        </p:nvSpPr>
        <p:spPr>
          <a:xfrm>
            <a:off x="3048000" y="21976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Analyse Personnelle</a:t>
            </a:r>
          </a:p>
          <a:p>
            <a:pPr algn="ctr"/>
            <a:r>
              <a:rPr lang="fr-FR" sz="40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VALIERE Raphaël</a:t>
            </a:r>
          </a:p>
        </p:txBody>
      </p:sp>
      <p:pic>
        <p:nvPicPr>
          <p:cNvPr id="2" name="Image 1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79B09CE-3948-C277-EA42-2E99E2A3A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4" name="Image 3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987F18C-A769-09EF-CC49-3300C10B3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1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5F6867D-C579-E3FF-0A27-7250395D8241}"/>
              </a:ext>
            </a:extLst>
          </p:cNvPr>
          <p:cNvSpPr txBox="1"/>
          <p:nvPr/>
        </p:nvSpPr>
        <p:spPr>
          <a:xfrm>
            <a:off x="3048000" y="21976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Analyse Personnelle</a:t>
            </a:r>
          </a:p>
          <a:p>
            <a:pPr algn="ctr"/>
            <a:r>
              <a:rPr lang="fr-FR" sz="4000" dirty="0">
                <a:solidFill>
                  <a:srgbClr val="ABC1ED"/>
                </a:solidFill>
                <a:effectLst>
                  <a:glow rad="228600">
                    <a:srgbClr val="C1C8FB">
                      <a:alpha val="40000"/>
                    </a:srgbClr>
                  </a:glow>
                </a:effectLst>
                <a:latin typeface="Bookman Old Style (En-têtes)"/>
              </a:rPr>
              <a:t>DEHBI Mohamed</a:t>
            </a:r>
          </a:p>
        </p:txBody>
      </p:sp>
      <p:pic>
        <p:nvPicPr>
          <p:cNvPr id="2" name="Image 1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7EC92B4-5E19-4260-4109-07BFD3086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4" name="Image 3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423C358-96D6-3AF2-C480-72588084D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03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B0F0"/>
            </a:gs>
            <a:gs pos="14948">
              <a:srgbClr val="5E88DC"/>
            </a:gs>
            <a:gs pos="74000">
              <a:srgbClr val="8D89D7"/>
            </a:gs>
            <a:gs pos="83000">
              <a:srgbClr val="5E88DC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085EE12-0763-187D-F873-8CE47AA6D56A}"/>
              </a:ext>
            </a:extLst>
          </p:cNvPr>
          <p:cNvSpPr txBox="1"/>
          <p:nvPr/>
        </p:nvSpPr>
        <p:spPr>
          <a:xfrm>
            <a:off x="3048000" y="2101334"/>
            <a:ext cx="6096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200" dirty="0">
                <a:solidFill>
                  <a:srgbClr val="002060"/>
                </a:solidFill>
              </a:rPr>
              <a:t>MERCI POUR VOTRE ATTENTION !</a:t>
            </a:r>
          </a:p>
        </p:txBody>
      </p:sp>
      <p:pic>
        <p:nvPicPr>
          <p:cNvPr id="2" name="Image 1" descr="Une image contenant Police, text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B1C9A35-1D71-8C71-A2CB-503152BE8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914" y="31798"/>
            <a:ext cx="2226763" cy="607300"/>
          </a:xfrm>
          <a:prstGeom prst="rect">
            <a:avLst/>
          </a:prstGeom>
        </p:spPr>
      </p:pic>
      <p:pic>
        <p:nvPicPr>
          <p:cNvPr id="3" name="Image 2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E86BD10-8DD0-009A-5348-32041F94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713"/>
            <a:ext cx="1762664" cy="10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455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S1.01 - diapos</Template>
  <TotalTime>0</TotalTime>
  <Words>144</Words>
  <Application>Microsoft Office PowerPoint</Application>
  <PresentationFormat>Grand écran</PresentationFormat>
  <Paragraphs>37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Arial</vt:lpstr>
      <vt:lpstr>Bookman Old Style</vt:lpstr>
      <vt:lpstr>Bookman Old Style (En-têtes)</vt:lpstr>
      <vt:lpstr>Calibri</vt:lpstr>
      <vt:lpstr>Franklin Gothic Book</vt:lpstr>
      <vt:lpstr>Franklin Gothic Book (Corps)Franklin Gothic Book (Corps)</vt:lpstr>
      <vt:lpstr>Wingdings</vt:lpstr>
      <vt:lpstr>Personnalisé</vt:lpstr>
      <vt:lpstr>S2.03 –  Installation  de services réseau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 Ben Dai</dc:creator>
  <cp:lastModifiedBy>Lilia Ben Dai</cp:lastModifiedBy>
  <cp:revision>15</cp:revision>
  <dcterms:created xsi:type="dcterms:W3CDTF">2025-06-04T09:12:38Z</dcterms:created>
  <dcterms:modified xsi:type="dcterms:W3CDTF">2025-06-05T13:42:21Z</dcterms:modified>
</cp:coreProperties>
</file>